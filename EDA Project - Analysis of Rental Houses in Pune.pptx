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61" r:id="rId5"/>
    <p:sldId id="262" r:id="rId6"/>
    <p:sldId id="269" r:id="rId7"/>
    <p:sldId id="263" r:id="rId8"/>
    <p:sldId id="268" r:id="rId9"/>
    <p:sldId id="264" r:id="rId10"/>
    <p:sldId id="270" r:id="rId11"/>
    <p:sldId id="265" r:id="rId12"/>
    <p:sldId id="271" r:id="rId13"/>
    <p:sldId id="267" r:id="rId14"/>
    <p:sldId id="259" r:id="rId15"/>
  </p:sldIdLst>
  <p:sldSz cx="12192000" cy="6858000"/>
  <p:notesSz cx="6858000" cy="9144000"/>
  <p:embeddedFontLst>
    <p:embeddedFont>
      <p:font typeface="Lato Black" panose="020B0604020202020204" charset="0"/>
      <p:bold r:id="rId17"/>
      <p:boldItalic r:id="rId18"/>
    </p:embeddedFont>
    <p:embeddedFont>
      <p:font typeface="Libre Baskerville" panose="020B0604020202020204" charset="0"/>
      <p:regular r:id="rId19"/>
      <p:bold r:id="rId20"/>
      <p:italic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575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yogita-dhamale-b151a221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Yogi14-93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6741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357746" y="3142878"/>
            <a:ext cx="9961418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44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Analysis Of Rental Houses in Pune</a:t>
            </a:r>
            <a:endParaRPr sz="4400" b="1" dirty="0"/>
          </a:p>
        </p:txBody>
      </p:sp>
      <p:sp>
        <p:nvSpPr>
          <p:cNvPr id="2" name="TextBox 1"/>
          <p:cNvSpPr txBox="1"/>
          <p:nvPr/>
        </p:nvSpPr>
        <p:spPr>
          <a:xfrm rot="10800000" flipH="1" flipV="1">
            <a:off x="4373187" y="5183227"/>
            <a:ext cx="39305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By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Yogita Rajesh Dhamale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250300"/>
            <a:ext cx="6099463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>
              <a:buSzPts val="3200"/>
              <a:buFont typeface="Arial"/>
              <a:buNone/>
            </a:pPr>
            <a:r>
              <a:rPr lang="en-IN" sz="4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Lato Black"/>
              </a:rPr>
              <a:t>About me</a:t>
            </a:r>
            <a:endParaRPr sz="4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7765" y="1177637"/>
            <a:ext cx="1026805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 Have Completed my MSC in Statistics From Modern College Of Arts, Science and  Commerce , Pune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</a:p>
          <a:p>
            <a:pPr marL="34290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After completing my MSc in Statistics, where I learned how to analyze and understand data, I realized that I enjoy working with data not only theoretically but also practically, and finding meaningful insights from it. Therefore, I choose Data Analytics, as it allows me to apply my statistical knowledge to real-world data and support better decision-making</a:t>
            </a:r>
            <a:r>
              <a:rPr lang="en-US" sz="2400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>
              <a:buClr>
                <a:schemeClr val="dk1"/>
              </a:buClr>
              <a:buSzPts val="2400"/>
            </a:pP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42900" lvl="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LinkedIn profile URL :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hlinkClick r:id="rId3"/>
              </a:rPr>
              <a:t>www.linkedin.com/in/yogita-dhamale-b151a2219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42900" lvl="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GitHub profile URL :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hlinkClick r:id="rId4"/>
              </a:rPr>
              <a:t>https://github.com/Yogi14-93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9930" y="365657"/>
            <a:ext cx="339028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79930" y="1419376"/>
            <a:ext cx="1035912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The main goal of this project was to understand how rental prices change across different areas of Pune</a:t>
            </a:r>
            <a:r>
              <a:rPr lang="en-US" sz="2400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To </a:t>
            </a:r>
            <a:r>
              <a:rPr lang="en-US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identify factors influencing rental prices such as location, amenities, and property size</a:t>
            </a:r>
            <a:r>
              <a:rPr lang="en-US" altLang="en-US" sz="2400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To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compare rental rates based on property types (2 BHK, 3 BHK, 4 BHK etc</a:t>
            </a:r>
            <a:r>
              <a:rPr lang="en-US" sz="2400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2400" dirty="0" smtClean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To identify high-demand and premium rental areas </a:t>
            </a:r>
            <a:r>
              <a:rPr lang="en-US" sz="2400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Pune.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671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4066" y="119027"/>
            <a:ext cx="541847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/>
            <a:r>
              <a:rPr lang="en-GB" sz="4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Scraping Process</a:t>
            </a:r>
            <a:endParaRPr lang="en-US" sz="4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02926" y="1086587"/>
            <a:ext cx="4024747" cy="752831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Selecting Website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https://www.Nestoria.in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4066" y="1039586"/>
            <a:ext cx="4845242" cy="74586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Sending Request &amp; Fetching Data</a:t>
            </a:r>
          </a:p>
        </p:txBody>
      </p:sp>
      <p:sp>
        <p:nvSpPr>
          <p:cNvPr id="6" name="Left Arrow 5"/>
          <p:cNvSpPr/>
          <p:nvPr/>
        </p:nvSpPr>
        <p:spPr>
          <a:xfrm>
            <a:off x="5366039" y="1342055"/>
            <a:ext cx="580156" cy="188284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2422119" y="1839420"/>
            <a:ext cx="167132" cy="406039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64065" y="2306368"/>
            <a:ext cx="4845243" cy="77065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Importing Libraries 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(Requests, </a:t>
            </a:r>
            <a:r>
              <a:rPr lang="en-US" sz="24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BeautifulSoup</a:t>
            </a:r>
            <a:r>
              <a:rPr lang="en-US" sz="2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&amp; Pandas)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411808" y="3133520"/>
            <a:ext cx="161917" cy="419815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364066" y="3578989"/>
            <a:ext cx="4845241" cy="57547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Extracting Data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411807" y="4181121"/>
            <a:ext cx="161917" cy="417695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364064" y="4624470"/>
            <a:ext cx="4845243" cy="58712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Converting Data into </a:t>
            </a:r>
            <a:r>
              <a:rPr lang="en-US" sz="24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DataFrame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2395526" y="5263554"/>
            <a:ext cx="161917" cy="40634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364064" y="5680597"/>
            <a:ext cx="4845243" cy="61511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Cleaning &amp; Formatting Data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366039" y="5860646"/>
            <a:ext cx="580156" cy="19379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6102925" y="5669894"/>
            <a:ext cx="4135583" cy="56758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Save &amp; </a:t>
            </a:r>
            <a:r>
              <a:rPr lang="en-US" sz="24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Analyse</a:t>
            </a:r>
            <a:r>
              <a:rPr lang="en-US" sz="2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569382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0936" y="171692"/>
            <a:ext cx="545694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Before Cleaning the data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0936" y="3306258"/>
            <a:ext cx="77603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/>
            <a:r>
              <a:rPr lang="en-GB" sz="4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 Cleaning the data</a:t>
            </a:r>
            <a:endParaRPr lang="en-IN" sz="4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37" y="1036629"/>
            <a:ext cx="9926954" cy="21911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36" y="4092670"/>
            <a:ext cx="9926953" cy="20864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363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7803" y="469277"/>
            <a:ext cx="1002870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Cleaning &amp; Data Manipulation Steps </a:t>
            </a:r>
          </a:p>
        </p:txBody>
      </p:sp>
      <p:sp>
        <p:nvSpPr>
          <p:cNvPr id="5" name="Rectangle 4"/>
          <p:cNvSpPr/>
          <p:nvPr/>
        </p:nvSpPr>
        <p:spPr>
          <a:xfrm>
            <a:off x="427803" y="1238718"/>
            <a:ext cx="896557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and formatting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issues.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rent, area,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BHK, Bathroom 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details.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columns to correct data types for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new columns and organized data for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034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4866" y="147087"/>
            <a:ext cx="6224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4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Rent &amp; Area Distribution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4" y="916528"/>
            <a:ext cx="5028118" cy="2809514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250873" y="1113174"/>
            <a:ext cx="6941127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rent distribution is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positively skewed (right- skewed).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 have moderate rent and medium-sized area, while very expensive and very large homes are few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rentals fall between ₹50k–₹80k, and most properties are sized 1000–2000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ft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small number of high-rent, large-area properties create a long tail in both distributions.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65" y="3794079"/>
            <a:ext cx="4690479" cy="2967986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-1648692" y="2319489"/>
            <a:ext cx="62761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203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17206" y="3275112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system-ui"/>
              </a:rPr>
              <a:t> </a:t>
            </a:r>
            <a:endParaRPr lang="en-US" sz="4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302" y="0"/>
            <a:ext cx="862918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Garden &amp; Gym Availability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69441"/>
            <a:ext cx="5043231" cy="29636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33106"/>
            <a:ext cx="5043230" cy="3014058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234386" y="1470948"/>
            <a:ext cx="684043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properties have a garden, while only a few do not.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Gym facilities are available in most properties, with very few listings without a gym.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Gardens and gyms are common amenities in most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that amenities are becoming standard features in Pune rental properties.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678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0655"/>
            <a:ext cx="5282764" cy="485244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49636" y="929184"/>
            <a:ext cx="6594763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82648" y="159743"/>
            <a:ext cx="596509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Rent vs Top 10 Locations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500256" y="1190655"/>
            <a:ext cx="669174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Verde </a:t>
            </a:r>
            <a:r>
              <a:rPr kumimoji="0" lang="en-US" altLang="en-US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Kalyani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Nagar has the highest average rent, much higher than all other locations.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Baner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Magarpatta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City, and </a:t>
            </a:r>
            <a:r>
              <a:rPr kumimoji="0" lang="en-US" altLang="en-US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Viman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Nagar are the next high-rent areas.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other locations have average rents between ₹50k and ₹65k.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shows a clear rent difference by location, with only a few premium areas being very expensive.</a:t>
            </a:r>
          </a:p>
        </p:txBody>
      </p:sp>
    </p:spTree>
    <p:extLst>
      <p:ext uri="{BB962C8B-B14F-4D97-AF65-F5344CB8AC3E}">
        <p14:creationId xmlns:p14="http://schemas.microsoft.com/office/powerpoint/2010/main" val="170545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8127"/>
            <a:ext cx="5363323" cy="4239217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754339" y="1681527"/>
            <a:ext cx="614671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area increases, rent generally increases.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properties are 1000–2000 </a:t>
            </a:r>
            <a:r>
              <a:rPr kumimoji="0" lang="en-US" altLang="en-US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ft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rent around ₹50k–₹80k.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large homes have much higher rent, but they are few.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few high-rent outliers stand out at larger areas.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441" y="365658"/>
            <a:ext cx="83102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Relationship Between </a:t>
            </a:r>
            <a:r>
              <a:rPr lang="en-US" sz="4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Area &amp;</a:t>
            </a:r>
            <a:r>
              <a:rPr lang="en-US" sz="4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Rent</a:t>
            </a:r>
          </a:p>
        </p:txBody>
      </p:sp>
    </p:spTree>
    <p:extLst>
      <p:ext uri="{BB962C8B-B14F-4D97-AF65-F5344CB8AC3E}">
        <p14:creationId xmlns:p14="http://schemas.microsoft.com/office/powerpoint/2010/main" val="3290733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82" y="1566326"/>
            <a:ext cx="4829849" cy="4067743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126952" y="1869007"/>
            <a:ext cx="695074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Rent increases with property size — larger area homes usually have higher rent.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Properties with more rooms and bathrooms tend to have higher rent, but the effect is moderate.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Area has the strongest impact on rent compared to rooms and bathrooms.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 size is the key factor affecting rent.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7818" y="332509"/>
            <a:ext cx="137817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Relationship </a:t>
            </a:r>
            <a:r>
              <a:rPr lang="en-US" sz="4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Between Rent &amp; Property Features</a:t>
            </a:r>
          </a:p>
        </p:txBody>
      </p:sp>
    </p:spTree>
    <p:extLst>
      <p:ext uri="{BB962C8B-B14F-4D97-AF65-F5344CB8AC3E}">
        <p14:creationId xmlns:p14="http://schemas.microsoft.com/office/powerpoint/2010/main" val="825990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38294" y="656601"/>
            <a:ext cx="27334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US" sz="4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748144" y="1893839"/>
            <a:ext cx="857596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Rent prices in Pune change a lot from one area to another.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Bigger houses and more rooms usually have higher rent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houses are in the medium rent range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locations have higher rent because of better facilities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Amenities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 parking and gym increase the value of the house.</a:t>
            </a:r>
          </a:p>
        </p:txBody>
      </p:sp>
    </p:spTree>
    <p:extLst>
      <p:ext uri="{BB962C8B-B14F-4D97-AF65-F5344CB8AC3E}">
        <p14:creationId xmlns:p14="http://schemas.microsoft.com/office/powerpoint/2010/main" val="1750281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5359" y="1454726"/>
            <a:ext cx="10781514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Experiences</a:t>
            </a:r>
          </a:p>
          <a:p>
            <a:pPr marL="114300" indent="0">
              <a:buNone/>
            </a:pP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Gained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 experience in web scraping real-world 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Learned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work with unstructured and messy 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Improved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 in data cleaning, analysis, and visualization.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Understood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data supports business decision-making.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114300" indent="0">
              <a:buNone/>
            </a:pP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Handling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and inconsistent data from web scraping.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Converting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 into analysis-ready format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 location names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Choosing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right visualizations for clear insights.</a:t>
            </a:r>
          </a:p>
          <a:p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565359" y="282530"/>
            <a:ext cx="663515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Experiences and Challenges</a:t>
            </a:r>
          </a:p>
        </p:txBody>
      </p:sp>
    </p:spTree>
    <p:extLst>
      <p:ext uri="{BB962C8B-B14F-4D97-AF65-F5344CB8AC3E}">
        <p14:creationId xmlns:p14="http://schemas.microsoft.com/office/powerpoint/2010/main" val="2619150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8236</TotalTime>
  <Words>688</Words>
  <Application>Microsoft Office PowerPoint</Application>
  <PresentationFormat>Widescreen</PresentationFormat>
  <Paragraphs>106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system-ui</vt:lpstr>
      <vt:lpstr>Arial</vt:lpstr>
      <vt:lpstr>Times New Roman</vt:lpstr>
      <vt:lpstr>Lato Black</vt:lpstr>
      <vt:lpstr>Libre Baskerville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Admin</cp:lastModifiedBy>
  <cp:revision>52</cp:revision>
  <dcterms:created xsi:type="dcterms:W3CDTF">2021-02-16T05:19:01Z</dcterms:created>
  <dcterms:modified xsi:type="dcterms:W3CDTF">2026-02-04T03:26:20Z</dcterms:modified>
</cp:coreProperties>
</file>